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B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22B45"/>
                </a:solidFill>
                <a:latin typeface="Arial"/>
              </a:rPr>
              <a:t>Doanh thu (triệu VND)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Quý 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Hà Nội</c:v>
                  </c:pt>
                  <c:pt idx="1">
                    <c:v>TP.HCM</c:v>
                  </c:pt>
                  <c:pt idx="2">
                    <c:v>Đà Nẵng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210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Quý 2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Hà Nội</c:v>
                  </c:pt>
                  <c:pt idx="1">
                    <c:v>TP.HCM</c:v>
                  </c:pt>
                  <c:pt idx="2">
                    <c:v>Đà Nẵng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</c:v>
                </c:pt>
                <c:pt idx="1">
                  <c:v>260</c:v>
                </c:pt>
                <c:pt idx="2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B4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B4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GHI CHÚ CỦA NGƯỜI THUYẾT TRÌNH (SPEAKER NOTES)
Dòng 1: Đây là nội dung chỉ nằm trong notes, không hiện trên slide.
Dòng 2: Từ khóa kiểm tra parser: NOTES_MARKER_12345.
Dòng 3: Có ký tự đặc biệt &amp; dấu tiếng Việt: ă â ê ô ơ ư 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kiểm thử hệ thống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Chữ cơ bản và một hình ảnh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 văn bản thường, có dấu tiếng Việt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tiêu đề và ba gạch đầu dòng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ảnh PNG nhúng bên phải</a:t>
            </a:r>
            <a:endParaRPr lang="en-US" sz="1400" dirty="0"/>
          </a:p>
        </p:txBody>
      </p:sp>
      <p:pic>
        <p:nvPicPr>
          <p:cNvPr id="5" name="Image 0" descr="Ảnh hoàng hôn phía sau dãy núi (ảnh tes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914400"/>
            <a:ext cx="3749040" cy="28117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1: ảnh PNG nhúng (1200×900)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thu theo khu vực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1005840"/>
              </a:tblGrid>
              <a:tr h="3657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 vực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thu (triệu VND)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trưởng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Quý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v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 Nội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TP.HCM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 Nẵng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cộng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5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8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75488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có ô gộp dòng (rowspan) và gộp cột (colspan). Số liệu giả lập.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96167"/>
                </a:solidFill>
                <a:latin typeface="Jokerman" pitchFamily="34" charset="0"/>
                <a:ea typeface="Jokerman" pitchFamily="34" charset="-122"/>
                <a:cs typeface="Jokerman" pitchFamily="34" charset="-120"/>
              </a:rPr>
              <a:t>Font lạ và ghi chú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Papyrus" pitchFamily="34" charset="0"/>
                <a:ea typeface="Papyrus" pitchFamily="34" charset="-122"/>
                <a:cs typeface="Papyrus" pitchFamily="34" charset="-120"/>
              </a:rPr>
              <a:t>Dòng này dùng font Papyrus (thường không có sẵn trên máy)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2B45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Dòng này dùng Brush Script MT: Xin chào thế giới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B45"/>
                </a:solidFill>
                <a:latin typeface="ZzzFontKhongCo" pitchFamily="34" charset="0"/>
                <a:ea typeface="ZzzFontKhongCo" pitchFamily="34" charset="-122"/>
                <a:cs typeface="ZzzFontKhongCo" pitchFamily="34" charset="-120"/>
              </a:rPr>
              <a:t>Dòng này dùng font không tồn tại: ZzzFontKhongCo Nhieu Nghia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 của người thuyết trình nằm ở khung Notes bên dưới slide này.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Ký tự đặc biệt và đối tượng lạ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 đủ dấu: Nguyễn Thị Ánh Tuyết, Trần Đức Thắng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Emoji: 🚀 📊 ✅ 🇻🇳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CJK: 你好，世界 · こんにちは · 안녕하세요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(RTL): مرحبا بالعالم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hiệu: ≤ ≥ ≠ ∑ √ © ® ™ 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u="sng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ink tes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Liên kết: trang ví dụ</a:t>
            </a:r>
            <a:endParaRPr lang="en-US" sz="1400" dirty="0"/>
          </a:p>
        </p:txBody>
      </p:sp>
      <p:sp>
        <p:nvSpPr>
          <p:cNvPr id="4" name="Hình xoay có chữ"/>
          <p:cNvSpPr/>
          <p:nvPr/>
        </p:nvSpPr>
        <p:spPr>
          <a:xfrm rot="480000">
            <a:off x="6035040" y="1554480"/>
            <a:ext cx="2468880" cy="1280160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480000">
            <a:off x="6035040" y="1554480"/>
            <a:ext cx="246888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xoay 8° có chữ bên trong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Văn bản siêu dài không có khoảng trắng: ABCDEFGHIJKLMNOPQRSTUVWXYZABCDEFGHIJKLMNOPQRSTUVWXYZ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Parser Test Deck</dc:title>
  <dc:subject>PptxGenJS Presentation</dc:subject>
  <dc:creator>QA Test Data</dc:creator>
  <cp:lastModifiedBy>QA Test Data</cp:lastModifiedBy>
  <cp:revision>1</cp:revision>
  <dcterms:created xsi:type="dcterms:W3CDTF">2026-10-09T02:52:59Z</dcterms:created>
  <dcterms:modified xsi:type="dcterms:W3CDTF">2026-10-09T02:52:59Z</dcterms:modified>
</cp:coreProperties>
</file>